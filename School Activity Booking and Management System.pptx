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pPr algn="ctr"/>
            <a:r>
              <a:rPr lang="en-US" sz="6600" dirty="0"/>
              <a:t>School Activity Booking and Management System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>
            <a:extLst>
              <a:ext uri="{FF2B5EF4-FFF2-40B4-BE49-F238E27FC236}">
                <a16:creationId xmlns:a16="http://schemas.microsoft.com/office/drawing/2014/main" id="{27B8B5AE-AA2B-A664-6FFA-46C64BDD1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545" y="4645152"/>
            <a:ext cx="6066906" cy="11430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b="1" dirty="0"/>
              <a:t>CN7021 – Advanced Software Engineering Project (Flask Framework)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1814-3F82-05F6-8AF6-93B371B2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ED042-138B-72BD-C274-7FE23F14E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Purpose: Provide an online portal for parents to book after-school activities, manage tutors, and receive PDF invoices.</a:t>
            </a:r>
            <a:br>
              <a:rPr lang="en-US" sz="2400" dirty="0"/>
            </a:br>
            <a:r>
              <a:rPr lang="en-US" sz="2400" dirty="0"/>
              <a:t>Framework: Flask (Python)</a:t>
            </a:r>
            <a:br>
              <a:rPr lang="en-US" sz="2400" dirty="0"/>
            </a:br>
            <a:r>
              <a:rPr lang="en-US" sz="2400" dirty="0"/>
              <a:t>Database: SQLite Front-End: HTML + CSS (Bootstrap)</a:t>
            </a:r>
            <a:br>
              <a:rPr lang="en-US" sz="2400" dirty="0"/>
            </a:br>
            <a:r>
              <a:rPr lang="en-US" sz="2400" dirty="0"/>
              <a:t>Main Features:</a:t>
            </a:r>
            <a:br>
              <a:rPr lang="en-US" sz="2400" dirty="0"/>
            </a:br>
            <a:r>
              <a:rPr lang="en-US" sz="2400" dirty="0"/>
              <a:t>• Secure login and registration</a:t>
            </a:r>
            <a:br>
              <a:rPr lang="en-US" sz="2400" dirty="0"/>
            </a:br>
            <a:r>
              <a:rPr lang="en-US" sz="2400" dirty="0"/>
              <a:t>• CRUD for activities and tutors</a:t>
            </a:r>
            <a:br>
              <a:rPr lang="en-US" sz="2400" dirty="0"/>
            </a:br>
            <a:r>
              <a:rPr lang="en-US" sz="2400" dirty="0"/>
              <a:t>• Booking validation (one per day)</a:t>
            </a:r>
            <a:br>
              <a:rPr lang="en-US" sz="2400" dirty="0"/>
            </a:br>
            <a:r>
              <a:rPr lang="en-US" sz="2400" dirty="0"/>
              <a:t>• Automatic PDF invoice generation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9712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7D44-0BE8-C89E-779F-5165CD68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C9B2-12DC-5D91-6FF7-8ED7B1AF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3D2D2-C7BD-0868-3914-9FDCF168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User → Flask App → SQLite DB → </a:t>
            </a:r>
            <a:r>
              <a:rPr lang="en-US" sz="2400" dirty="0" err="1"/>
              <a:t>ReportLab</a:t>
            </a:r>
            <a:r>
              <a:rPr lang="en-US" sz="2400" dirty="0"/>
              <a:t> (PDF)</a:t>
            </a:r>
          </a:p>
          <a:p>
            <a:r>
              <a:rPr lang="en-US" sz="2400" dirty="0"/>
              <a:t>    ├ auth (login/register)</a:t>
            </a:r>
          </a:p>
          <a:p>
            <a:r>
              <a:rPr lang="en-US" sz="2400" dirty="0"/>
              <a:t>    ├ activities (CRUD)</a:t>
            </a:r>
          </a:p>
          <a:p>
            <a:r>
              <a:rPr lang="en-US" sz="2400" dirty="0"/>
              <a:t>    ├ bookings (logic)</a:t>
            </a:r>
          </a:p>
          <a:p>
            <a:r>
              <a:rPr lang="en-US" sz="2400" dirty="0"/>
              <a:t>    └ invoices (PDF)</a:t>
            </a:r>
          </a:p>
        </p:txBody>
      </p:sp>
    </p:spTree>
    <p:extLst>
      <p:ext uri="{BB962C8B-B14F-4D97-AF65-F5344CB8AC3E}">
        <p14:creationId xmlns:p14="http://schemas.microsoft.com/office/powerpoint/2010/main" val="116825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2C3DC-A80E-0E0D-CEF6-7C82055F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CE01-D09E-45B3-39B2-4B57AC3E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Individual Contributions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C81EC494-1930-EB3F-C418-8D0210E16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650766"/>
              </p:ext>
            </p:extLst>
          </p:nvPr>
        </p:nvGraphicFramePr>
        <p:xfrm>
          <a:off x="987136" y="2119745"/>
          <a:ext cx="10858500" cy="389659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3836967368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146592197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1608208739"/>
                    </a:ext>
                  </a:extLst>
                </a:gridCol>
              </a:tblGrid>
              <a:tr h="5374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048108"/>
                  </a:ext>
                </a:extLst>
              </a:tr>
              <a:tr h="940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Sanchit Kaushal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Registration, login/logout with password hashing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34987"/>
                  </a:ext>
                </a:extLst>
              </a:tr>
              <a:tr h="5374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Sharjeel Khan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Activities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CRUD for activities and tutors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184947"/>
                  </a:ext>
                </a:extLst>
              </a:tr>
              <a:tr h="940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Chichabendu Umeh Blessed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Bookings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Booking logic and conflict prevention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309904"/>
                  </a:ext>
                </a:extLst>
              </a:tr>
              <a:tr h="940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Shiva Kasula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Invoices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PDF invoice generation using </a:t>
                      </a:r>
                      <a:r>
                        <a:rPr lang="en-US" dirty="0" err="1"/>
                        <a:t>ReportLab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471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61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BB27-E819-BE15-1D34-74F0982C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83C3-4A3F-1C75-2993-37C4722F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&amp;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CCA79A-746D-F0D8-0DB0-29CF88991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84996"/>
            <a:ext cx="3010161" cy="18823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4CCCF8-FF2B-EDC5-878F-1B69A20F2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42106"/>
            <a:ext cx="3010160" cy="19813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54E150-A62B-7F9F-8E59-B9C9EC6D0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373" y="2237502"/>
            <a:ext cx="7074376" cy="365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3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EB7F2-721E-BD43-9410-29E096FA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6E88-2BEA-34A1-20A6-E4D958CD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to be added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058C3-3FE5-7108-6559-7EF15BFC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br>
              <a:rPr lang="en-US" sz="2400" dirty="0"/>
            </a:br>
            <a:r>
              <a:rPr lang="en-US" sz="2400" dirty="0"/>
              <a:t>•Booking confirmation</a:t>
            </a:r>
            <a:br>
              <a:rPr lang="en-US" sz="2400" dirty="0"/>
            </a:br>
            <a:r>
              <a:rPr lang="en-US" sz="2400"/>
              <a:t>•Dynamic UI</a:t>
            </a:r>
            <a:br>
              <a:rPr lang="en-US" sz="2400"/>
            </a:br>
            <a:r>
              <a:rPr lang="en-US" sz="2400"/>
              <a:t>•Tutor Details</a:t>
            </a:r>
            <a:br>
              <a:rPr lang="en-US" sz="2400" dirty="0"/>
            </a:br>
            <a:r>
              <a:rPr lang="en-US" sz="2400" dirty="0"/>
              <a:t>•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110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801C-721A-03D7-5260-CC3DDDFFF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071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{E5040546-C1BE-4F6F-AF16-CF7B82D8E149}tf56160789_win32</Template>
  <TotalTime>27</TotalTime>
  <Words>194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Bookman Old Style</vt:lpstr>
      <vt:lpstr>Calibri</vt:lpstr>
      <vt:lpstr>Franklin Gothic Book</vt:lpstr>
      <vt:lpstr>Custom</vt:lpstr>
      <vt:lpstr>School Activity Booking and Management System</vt:lpstr>
      <vt:lpstr>Project Overview</vt:lpstr>
      <vt:lpstr>System Architecture</vt:lpstr>
      <vt:lpstr>Individual Contributions</vt:lpstr>
      <vt:lpstr>Code &amp; Output</vt:lpstr>
      <vt:lpstr>Features to be added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SOUKAT ROY</dc:creator>
  <cp:lastModifiedBy>Sanchit Kaushal</cp:lastModifiedBy>
  <cp:revision>5</cp:revision>
  <dcterms:created xsi:type="dcterms:W3CDTF">2025-11-07T19:27:37Z</dcterms:created>
  <dcterms:modified xsi:type="dcterms:W3CDTF">2025-11-10T09:35:56Z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